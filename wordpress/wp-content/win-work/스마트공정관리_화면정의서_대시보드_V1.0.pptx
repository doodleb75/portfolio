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839" r:id="rId2"/>
  </p:sldIdLst>
  <p:sldSz cx="9906000" cy="6858000" type="A4"/>
  <p:notesSz cx="6807200" cy="9939338"/>
  <p:defaultTextStyle>
    <a:defPPr>
      <a:defRPr lang="ko-KR"/>
    </a:defPPr>
    <a:lvl1pPr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Arial" charset="0"/>
        <a:ea typeface="바탕체" pitchFamily="17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0" userDrawn="1">
          <p15:clr>
            <a:srgbClr val="A4A3A4"/>
          </p15:clr>
        </p15:guide>
        <p15:guide id="2" orient="horz" pos="4092" userDrawn="1">
          <p15:clr>
            <a:srgbClr val="A4A3A4"/>
          </p15:clr>
        </p15:guide>
        <p15:guide id="3" orient="horz" pos="796" userDrawn="1">
          <p15:clr>
            <a:srgbClr val="A4A3A4"/>
          </p15:clr>
        </p15:guide>
        <p15:guide id="4" orient="horz" pos="1024">
          <p15:clr>
            <a:srgbClr val="A4A3A4"/>
          </p15:clr>
        </p15:guide>
        <p15:guide id="5" orient="horz" pos="4167">
          <p15:clr>
            <a:srgbClr val="A4A3A4"/>
          </p15:clr>
        </p15:guide>
        <p15:guide id="6" pos="5393">
          <p15:clr>
            <a:srgbClr val="A4A3A4"/>
          </p15:clr>
        </p15:guide>
        <p15:guide id="7" pos="6112">
          <p15:clr>
            <a:srgbClr val="A4A3A4"/>
          </p15:clr>
        </p15:guide>
        <p15:guide id="8" pos="166">
          <p15:clr>
            <a:srgbClr val="A4A3A4"/>
          </p15:clr>
        </p15:guide>
        <p15:guide id="9" pos="88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99"/>
    <a:srgbClr val="250DD9"/>
    <a:srgbClr val="FFEFEF"/>
    <a:srgbClr val="D9FEC6"/>
    <a:srgbClr val="DDDDD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99194" autoAdjust="0"/>
  </p:normalViewPr>
  <p:slideViewPr>
    <p:cSldViewPr>
      <p:cViewPr varScale="1">
        <p:scale>
          <a:sx n="87" d="100"/>
          <a:sy n="87" d="100"/>
        </p:scale>
        <p:origin x="1548" y="90"/>
      </p:cViewPr>
      <p:guideLst>
        <p:guide orient="horz" pos="380"/>
        <p:guide orient="horz" pos="4092"/>
        <p:guide orient="horz" pos="796"/>
        <p:guide orient="horz" pos="1024"/>
        <p:guide orient="horz" pos="4167"/>
        <p:guide pos="5393"/>
        <p:guide pos="6112"/>
        <p:guide pos="166"/>
        <p:guide pos="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3378" y="84"/>
      </p:cViewPr>
      <p:guideLst/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90" y="0"/>
            <a:ext cx="2950530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t" anchorCtr="0" compatLnSpc="1">
            <a:prstTxWarp prst="textNoShape">
              <a:avLst/>
            </a:prstTxWarp>
          </a:bodyPr>
          <a:lstStyle>
            <a:lvl1pPr defTabSz="928305">
              <a:defRPr i="1">
                <a:ea typeface="돋움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671" y="0"/>
            <a:ext cx="2950529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t" anchorCtr="0" compatLnSpc="1">
            <a:prstTxWarp prst="textNoShape">
              <a:avLst/>
            </a:prstTxWarp>
          </a:bodyPr>
          <a:lstStyle>
            <a:lvl1pPr algn="r" defTabSz="928305">
              <a:defRPr i="1">
                <a:ea typeface="돋움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90" y="9441814"/>
            <a:ext cx="2950530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b" anchorCtr="0" compatLnSpc="1">
            <a:prstTxWarp prst="textNoShape">
              <a:avLst/>
            </a:prstTxWarp>
          </a:bodyPr>
          <a:lstStyle>
            <a:lvl1pPr defTabSz="928305">
              <a:defRPr i="1">
                <a:ea typeface="돋움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671" y="9441814"/>
            <a:ext cx="2950529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b" anchorCtr="0" compatLnSpc="1">
            <a:prstTxWarp prst="textNoShape">
              <a:avLst/>
            </a:prstTxWarp>
          </a:bodyPr>
          <a:lstStyle>
            <a:lvl1pPr algn="r" defTabSz="928305">
              <a:defRPr i="1">
                <a:ea typeface="돋움" pitchFamily="50" charset="-127"/>
              </a:defRPr>
            </a:lvl1pPr>
          </a:lstStyle>
          <a:p>
            <a:fld id="{CF44CF45-10F4-4628-A282-E6DE612E915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7490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90" y="0"/>
            <a:ext cx="2950530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t" anchorCtr="0" compatLnSpc="1">
            <a:prstTxWarp prst="textNoShape">
              <a:avLst/>
            </a:prstTxWarp>
          </a:bodyPr>
          <a:lstStyle>
            <a:lvl1pPr defTabSz="928305">
              <a:defRPr i="1">
                <a:ea typeface="돋움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671" y="0"/>
            <a:ext cx="2950529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t" anchorCtr="0" compatLnSpc="1">
            <a:prstTxWarp prst="textNoShape">
              <a:avLst/>
            </a:prstTxWarp>
          </a:bodyPr>
          <a:lstStyle>
            <a:lvl1pPr algn="r" defTabSz="928305">
              <a:defRPr i="1">
                <a:ea typeface="돋움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3900" y="755650"/>
            <a:ext cx="5357813" cy="3709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3" y="4720908"/>
            <a:ext cx="4993325" cy="447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62" tIns="46731" rIns="93462" bIns="467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문자열 유형을 편집하려면 누르십시오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90" y="9441814"/>
            <a:ext cx="2950530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b" anchorCtr="0" compatLnSpc="1">
            <a:prstTxWarp prst="textNoShape">
              <a:avLst/>
            </a:prstTxWarp>
          </a:bodyPr>
          <a:lstStyle>
            <a:lvl1pPr defTabSz="928305">
              <a:defRPr i="1">
                <a:ea typeface="돋움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671" y="9441814"/>
            <a:ext cx="2950529" cy="497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36" tIns="0" rIns="19336" bIns="0" numCol="1" anchor="b" anchorCtr="0" compatLnSpc="1">
            <a:prstTxWarp prst="textNoShape">
              <a:avLst/>
            </a:prstTxWarp>
          </a:bodyPr>
          <a:lstStyle>
            <a:lvl1pPr algn="r" defTabSz="928305">
              <a:defRPr i="1">
                <a:ea typeface="돋움" pitchFamily="50" charset="-127"/>
              </a:defRPr>
            </a:lvl1pPr>
          </a:lstStyle>
          <a:p>
            <a:fld id="{9D068540-85CE-493E-9415-85BD1FEE57E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8688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90149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519914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27682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440664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70203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24156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511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0357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752634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73642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9508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Text Box 32"/>
          <p:cNvSpPr txBox="1">
            <a:spLocks noChangeArrowheads="1"/>
          </p:cNvSpPr>
          <p:nvPr/>
        </p:nvSpPr>
        <p:spPr bwMode="auto">
          <a:xfrm>
            <a:off x="5975350" y="127000"/>
            <a:ext cx="379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ko-KR" altLang="en-US" sz="11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화면 정의서</a:t>
            </a:r>
          </a:p>
        </p:txBody>
      </p:sp>
      <p:sp>
        <p:nvSpPr>
          <p:cNvPr id="1060" name="Text Box 36"/>
          <p:cNvSpPr txBox="1">
            <a:spLocks noChangeArrowheads="1"/>
          </p:cNvSpPr>
          <p:nvPr/>
        </p:nvSpPr>
        <p:spPr bwMode="auto">
          <a:xfrm>
            <a:off x="4530725" y="6583363"/>
            <a:ext cx="85407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2B7E485B-8802-411D-BF9C-639633131A72}" type="slidenum">
              <a:rPr lang="en-US" altLang="ko-KR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68" name="Text Box 44"/>
          <p:cNvSpPr txBox="1">
            <a:spLocks noChangeArrowheads="1"/>
          </p:cNvSpPr>
          <p:nvPr/>
        </p:nvSpPr>
        <p:spPr bwMode="auto">
          <a:xfrm>
            <a:off x="152400" y="117475"/>
            <a:ext cx="3797300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CNS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표준 프로세스</a:t>
            </a:r>
          </a:p>
        </p:txBody>
      </p:sp>
      <p:sp>
        <p:nvSpPr>
          <p:cNvPr id="1069" name="Text Box 45"/>
          <p:cNvSpPr txBox="1">
            <a:spLocks noChangeArrowheads="1"/>
          </p:cNvSpPr>
          <p:nvPr/>
        </p:nvSpPr>
        <p:spPr bwMode="auto">
          <a:xfrm>
            <a:off x="166688" y="6578600"/>
            <a:ext cx="37973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CNS</a:t>
            </a:r>
          </a:p>
        </p:txBody>
      </p:sp>
      <p:sp>
        <p:nvSpPr>
          <p:cNvPr id="1075" name="Line 51"/>
          <p:cNvSpPr>
            <a:spLocks noChangeShapeType="1"/>
          </p:cNvSpPr>
          <p:nvPr/>
        </p:nvSpPr>
        <p:spPr bwMode="auto">
          <a:xfrm>
            <a:off x="0" y="422275"/>
            <a:ext cx="9906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76" name="Text Box 52"/>
          <p:cNvSpPr txBox="1">
            <a:spLocks noChangeArrowheads="1"/>
          </p:cNvSpPr>
          <p:nvPr/>
        </p:nvSpPr>
        <p:spPr bwMode="auto">
          <a:xfrm>
            <a:off x="5970588" y="6575425"/>
            <a:ext cx="37973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9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Ver</a:t>
            </a:r>
            <a:r>
              <a:rPr lang="en-US" altLang="ko-KR" sz="9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1.0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408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07411"/>
              </p:ext>
            </p:extLst>
          </p:nvPr>
        </p:nvGraphicFramePr>
        <p:xfrm>
          <a:off x="202887" y="602984"/>
          <a:ext cx="9500226" cy="271463"/>
        </p:xfrm>
        <a:graphic>
          <a:graphicData uri="http://schemas.openxmlformats.org/drawingml/2006/table">
            <a:tbl>
              <a:tblPr/>
              <a:tblGrid>
                <a:gridCol w="939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7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3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ID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SCTI001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대시보드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조회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4094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988710"/>
              </p:ext>
            </p:extLst>
          </p:nvPr>
        </p:nvGraphicFramePr>
        <p:xfrm>
          <a:off x="202888" y="1023881"/>
          <a:ext cx="9500223" cy="5471647"/>
        </p:xfrm>
        <a:graphic>
          <a:graphicData uri="http://schemas.openxmlformats.org/drawingml/2006/table">
            <a:tbl>
              <a:tblPr/>
              <a:tblGrid>
                <a:gridCol w="6974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Layout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설명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78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4106" name="Text Box 26"/>
          <p:cNvSpPr txBox="1">
            <a:spLocks noChangeArrowheads="1"/>
          </p:cNvSpPr>
          <p:nvPr/>
        </p:nvSpPr>
        <p:spPr bwMode="auto">
          <a:xfrm>
            <a:off x="7263321" y="1383999"/>
            <a:ext cx="2379663" cy="445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just">
              <a:spcBef>
                <a:spcPct val="30000"/>
              </a:spcBef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화면 설명 </a:t>
            </a:r>
          </a:p>
          <a:p>
            <a:pPr algn="just">
              <a:spcBef>
                <a:spcPct val="30000"/>
              </a:spcBef>
            </a:pPr>
            <a:r>
              <a:rPr lang="ko-KR" altLang="en-US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대시보드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algn="just">
              <a:spcBef>
                <a:spcPct val="30000"/>
              </a:spcBef>
            </a:pP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</a:t>
            </a:r>
            <a:r>
              <a:rPr lang="ko-KR" altLang="en-US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주요항목</a:t>
            </a:r>
            <a:r>
              <a:rPr lang="ko-KR" altLang="en-US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설명</a:t>
            </a:r>
            <a:endParaRPr lang="en-US" altLang="ko-KR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</a:t>
            </a:r>
            <a:endParaRPr lang="en-US" altLang="ko-KR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78" y="1625600"/>
            <a:ext cx="6314854" cy="396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2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산출물표준-파워포인트-가로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lnDef>
  </a:objectDefaults>
  <a:extraClrSchemeLst>
    <a:extraClrScheme>
      <a:clrScheme name="산출물표준-파워포인트-가로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산출물표준-파워포인트-가로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G:\03.작업관리\04.문서표준\산출물표준-파워포인트-가로.pot</Template>
  <TotalTime>73891</TotalTime>
  <Words>21</Words>
  <Application>Microsoft Office PowerPoint</Application>
  <PresentationFormat>A4 용지(210x297mm)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LG스마트체2.0 Regular</vt:lpstr>
      <vt:lpstr>돋움</vt:lpstr>
      <vt:lpstr>바탕체</vt:lpstr>
      <vt:lpstr>Arial</vt:lpstr>
      <vt:lpstr>산출물표준-파워포인트-가로</vt:lpstr>
      <vt:lpstr>PowerPoint 프레젠테이션</vt:lpstr>
    </vt:vector>
  </TitlesOfParts>
  <Company>LG 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화면정의서-양식</dc:title>
  <dc:subject>프로젝트 명</dc:subject>
  <dc:creator>작성자입력</dc:creator>
  <cp:keywords>XXX-XXX-LD-16</cp:keywords>
  <cp:lastModifiedBy>kimjp</cp:lastModifiedBy>
  <cp:revision>1817</cp:revision>
  <cp:lastPrinted>2021-02-17T06:28:48Z</cp:lastPrinted>
  <dcterms:created xsi:type="dcterms:W3CDTF">2003-12-22T08:07:40Z</dcterms:created>
  <dcterms:modified xsi:type="dcterms:W3CDTF">2021-04-20T01:26:12Z</dcterms:modified>
  <cp:category>Ver. 1.2</cp:category>
</cp:coreProperties>
</file>