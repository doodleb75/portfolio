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2" r:id="rId2"/>
    <p:sldId id="263" r:id="rId3"/>
    <p:sldId id="264" r:id="rId4"/>
    <p:sldId id="265" r:id="rId5"/>
    <p:sldId id="266" r:id="rId6"/>
    <p:sldId id="257" r:id="rId7"/>
    <p:sldId id="267" r:id="rId8"/>
    <p:sldId id="258" r:id="rId9"/>
    <p:sldId id="261" r:id="rId10"/>
    <p:sldId id="259" r:id="rId11"/>
    <p:sldId id="260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378" autoAdjust="0"/>
    <p:restoredTop sz="94660"/>
  </p:normalViewPr>
  <p:slideViewPr>
    <p:cSldViewPr>
      <p:cViewPr varScale="1">
        <p:scale>
          <a:sx n="107" d="100"/>
          <a:sy n="107" d="100"/>
        </p:scale>
        <p:origin x="-40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98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9144000" cy="3571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-46466" y="16526"/>
            <a:ext cx="385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latin typeface="KievitPro-Medium" pitchFamily="50" charset="0"/>
              </a:rPr>
              <a:t>Autodesk Solution Day </a:t>
            </a:r>
            <a:r>
              <a:rPr lang="en-US" altLang="ko-KR" dirty="0" smtClean="0">
                <a:solidFill>
                  <a:schemeClr val="bg1"/>
                </a:solidFill>
                <a:latin typeface="KievitPro-Bold" pitchFamily="50" charset="0"/>
              </a:rPr>
              <a:t>Virtual 2010</a:t>
            </a:r>
            <a:endParaRPr lang="ko-KR" altLang="en-US" dirty="0">
              <a:solidFill>
                <a:schemeClr val="bg1"/>
              </a:solidFill>
              <a:latin typeface="KievitPro-Bold" pitchFamily="50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4B61781-9E60-481D-B4B6-E3BB92E34A2C}" type="datetimeFigureOut">
              <a:rPr lang="ko-KR" altLang="en-US" smtClean="0"/>
              <a:pPr/>
              <a:t>2010-07-01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A6821A7-E24C-4179-A48D-12A69F90C22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3571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40766" y="71414"/>
            <a:ext cx="385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  <a:latin typeface="KievitPro-Medium" pitchFamily="50" charset="0"/>
              </a:rPr>
              <a:t>Autodesk Solution Day </a:t>
            </a:r>
            <a:r>
              <a:rPr lang="en-US" altLang="ko-KR" dirty="0" smtClean="0">
                <a:solidFill>
                  <a:schemeClr val="bg1"/>
                </a:solidFill>
                <a:latin typeface="KievitPro-Bold" pitchFamily="50" charset="0"/>
              </a:rPr>
              <a:t>Virtual 2010</a:t>
            </a:r>
            <a:endParaRPr lang="ko-KR" altLang="en-US" dirty="0">
              <a:solidFill>
                <a:schemeClr val="bg1"/>
              </a:solidFill>
              <a:latin typeface="KievitPro-Bold" pitchFamily="50" charset="0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357166"/>
            <a:ext cx="9144000" cy="65008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D:\▦▦DB\▦▦Hyun\◆◆ETC◆◆\017_솔루션데이\ppt\sd_라운지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2908" y="785794"/>
            <a:ext cx="3982496" cy="2857520"/>
          </a:xfrm>
          <a:prstGeom prst="rect">
            <a:avLst/>
          </a:prstGeom>
          <a:noFill/>
        </p:spPr>
      </p:pic>
      <p:pic>
        <p:nvPicPr>
          <p:cNvPr id="12" name="Picture 3" descr="D:\▦▦DB\▦▦Hyun\◆◆ETC◆◆\017_솔루션데이\ppt\sd_메인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400" y="784800"/>
            <a:ext cx="3982497" cy="2857520"/>
          </a:xfrm>
          <a:prstGeom prst="rect">
            <a:avLst/>
          </a:prstGeom>
          <a:noFill/>
        </p:spPr>
      </p:pic>
      <p:pic>
        <p:nvPicPr>
          <p:cNvPr id="14" name="Picture 9" descr="D:\▦▦DB\▦▦Hyun\◆◆ETC◆◆\017_솔루션데이\ppt\sd_전시관메인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70400" y="3714752"/>
            <a:ext cx="3983673" cy="2858363"/>
          </a:xfrm>
          <a:prstGeom prst="rect">
            <a:avLst/>
          </a:prstGeom>
          <a:noFill/>
        </p:spPr>
      </p:pic>
      <p:sp>
        <p:nvSpPr>
          <p:cNvPr id="15" name="직사각형 14"/>
          <p:cNvSpPr/>
          <p:nvPr/>
        </p:nvSpPr>
        <p:spPr>
          <a:xfrm>
            <a:off x="1500166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메인</a:t>
            </a:r>
            <a:endParaRPr lang="ko-KR" altLang="en-US" sz="1600" dirty="0"/>
          </a:p>
        </p:txBody>
      </p:sp>
      <p:sp>
        <p:nvSpPr>
          <p:cNvPr id="16" name="직사각형 15"/>
          <p:cNvSpPr/>
          <p:nvPr/>
        </p:nvSpPr>
        <p:spPr>
          <a:xfrm>
            <a:off x="5857884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라운지</a:t>
            </a:r>
            <a:endParaRPr lang="ko-KR" altLang="en-US" sz="1600" dirty="0"/>
          </a:p>
        </p:txBody>
      </p:sp>
      <p:sp>
        <p:nvSpPr>
          <p:cNvPr id="19" name="직사각형 18"/>
          <p:cNvSpPr/>
          <p:nvPr/>
        </p:nvSpPr>
        <p:spPr>
          <a:xfrm>
            <a:off x="3643306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부스 메인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:\▦▦DB\▦▦Hyun\◆◆ETC◆◆\017_솔루션데이\ppt\sd_전시관[AEC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3714752"/>
            <a:ext cx="4000528" cy="2870458"/>
          </a:xfrm>
          <a:prstGeom prst="rect">
            <a:avLst/>
          </a:prstGeom>
          <a:noFill/>
        </p:spPr>
      </p:pic>
      <p:pic>
        <p:nvPicPr>
          <p:cNvPr id="9" name="Picture 6" descr="D:\▦▦DB\▦▦Hyun\◆◆ETC◆◆\017_솔루션데이\ppt\sd_전시관[M&amp;E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785794"/>
            <a:ext cx="4000528" cy="2870458"/>
          </a:xfrm>
          <a:prstGeom prst="rect">
            <a:avLst/>
          </a:prstGeom>
          <a:noFill/>
        </p:spPr>
      </p:pic>
      <p:pic>
        <p:nvPicPr>
          <p:cNvPr id="10" name="Picture 7" descr="D:\▦▦DB\▦▦Hyun\◆◆ETC◆◆\017_솔루션데이\ppt\sd_전시관[MFG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000" y="785794"/>
            <a:ext cx="4000528" cy="2870458"/>
          </a:xfrm>
          <a:prstGeom prst="rect">
            <a:avLst/>
          </a:prstGeom>
          <a:noFill/>
        </p:spPr>
      </p:pic>
      <p:sp>
        <p:nvSpPr>
          <p:cNvPr id="11" name="직사각형 10"/>
          <p:cNvSpPr/>
          <p:nvPr/>
        </p:nvSpPr>
        <p:spPr>
          <a:xfrm>
            <a:off x="1500166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미디어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엔터테인먼트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존</a:t>
            </a:r>
            <a:endParaRPr lang="ko-KR" altLang="en-US" sz="1600" dirty="0"/>
          </a:p>
        </p:txBody>
      </p:sp>
      <p:sp>
        <p:nvSpPr>
          <p:cNvPr id="14" name="직사각형 13"/>
          <p:cNvSpPr/>
          <p:nvPr/>
        </p:nvSpPr>
        <p:spPr>
          <a:xfrm>
            <a:off x="5857884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기계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설계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제조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존</a:t>
            </a:r>
            <a:endParaRPr lang="ko-KR" altLang="en-US" sz="1600" dirty="0"/>
          </a:p>
        </p:txBody>
      </p:sp>
      <p:sp>
        <p:nvSpPr>
          <p:cNvPr id="15" name="직사각형 14"/>
          <p:cNvSpPr/>
          <p:nvPr/>
        </p:nvSpPr>
        <p:spPr>
          <a:xfrm>
            <a:off x="3643306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건축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엔지니어링</a:t>
            </a:r>
            <a:r>
              <a:rPr lang="en-US" altLang="ko-KR" sz="1600" dirty="0" smtClean="0"/>
              <a:t>/</a:t>
            </a:r>
            <a:r>
              <a:rPr lang="ko-KR" altLang="en-US" sz="1600" dirty="0" smtClean="0"/>
              <a:t>건설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존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 descr="D:\▦▦DB\▦▦Hyun\◆◆ETC◆◆\017_솔루션데이\ppt\sd_전시관[subscription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4000" y="1857600"/>
            <a:ext cx="3987699" cy="2861158"/>
          </a:xfrm>
          <a:prstGeom prst="rect">
            <a:avLst/>
          </a:prstGeom>
          <a:noFill/>
        </p:spPr>
      </p:pic>
      <p:pic>
        <p:nvPicPr>
          <p:cNvPr id="15" name="Picture 5" descr="D:\▦▦DB\▦▦Hyun\◆◆ETC◆◆\017_솔루션데이\ppt\sd_전시관[autocad]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400" y="1857600"/>
            <a:ext cx="3987699" cy="2861158"/>
          </a:xfrm>
          <a:prstGeom prst="rect">
            <a:avLst/>
          </a:prstGeom>
          <a:noFill/>
        </p:spPr>
      </p:pic>
      <p:sp>
        <p:nvSpPr>
          <p:cNvPr id="16" name="직사각형 15"/>
          <p:cNvSpPr/>
          <p:nvPr/>
        </p:nvSpPr>
        <p:spPr>
          <a:xfrm>
            <a:off x="1500166" y="292893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mtClean="0"/>
              <a:t>AutoCAD </a:t>
            </a:r>
            <a:r>
              <a:rPr lang="ko-KR" altLang="en-US" sz="1600" dirty="0" smtClean="0"/>
              <a:t>존</a:t>
            </a:r>
            <a:endParaRPr lang="ko-KR" altLang="en-US" sz="1600" dirty="0"/>
          </a:p>
        </p:txBody>
      </p:sp>
      <p:sp>
        <p:nvSpPr>
          <p:cNvPr id="17" name="직사각형 16"/>
          <p:cNvSpPr/>
          <p:nvPr/>
        </p:nvSpPr>
        <p:spPr>
          <a:xfrm>
            <a:off x="5857884" y="292893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서브스크립션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존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D:\▦▦DB\▦▦Hyun\◆◆ETC◆◆\017_솔루션데이\ppt\sd_NVIDI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4876" y="1858340"/>
            <a:ext cx="3983673" cy="2858363"/>
          </a:xfrm>
          <a:prstGeom prst="rect">
            <a:avLst/>
          </a:prstGeom>
          <a:noFill/>
        </p:spPr>
      </p:pic>
      <p:pic>
        <p:nvPicPr>
          <p:cNvPr id="10" name="Picture 10" descr="D:\▦▦DB\▦▦Hyun\◆◆ETC◆◆\017_솔루션데이\ppt\sd_H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400" y="1856942"/>
            <a:ext cx="3987699" cy="2861158"/>
          </a:xfrm>
          <a:prstGeom prst="rect">
            <a:avLst/>
          </a:prstGeom>
          <a:noFill/>
        </p:spPr>
      </p:pic>
      <p:sp>
        <p:nvSpPr>
          <p:cNvPr id="14" name="직사각형 13"/>
          <p:cNvSpPr/>
          <p:nvPr/>
        </p:nvSpPr>
        <p:spPr>
          <a:xfrm>
            <a:off x="1500166" y="300037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HP</a:t>
            </a:r>
            <a:endParaRPr lang="ko-KR" altLang="en-US" sz="1600" dirty="0"/>
          </a:p>
        </p:txBody>
      </p:sp>
      <p:sp>
        <p:nvSpPr>
          <p:cNvPr id="15" name="직사각형 14"/>
          <p:cNvSpPr/>
          <p:nvPr/>
        </p:nvSpPr>
        <p:spPr>
          <a:xfrm>
            <a:off x="5786446" y="300037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NVIDIA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D:\▦▦DB\▦▦Hyun\◆◆ETC◆◆\017_솔루션데이\ppt\sd_도움말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0400" y="3715200"/>
            <a:ext cx="3987699" cy="2861158"/>
          </a:xfrm>
          <a:prstGeom prst="rect">
            <a:avLst/>
          </a:prstGeom>
          <a:noFill/>
        </p:spPr>
      </p:pic>
      <p:pic>
        <p:nvPicPr>
          <p:cNvPr id="15" name="Picture 3" descr="D:\▦▦DB\▦▦Hyun\◆◆ETC◆◆\017_솔루션데이\ppt\sd_아젠다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4000" y="785794"/>
            <a:ext cx="3987699" cy="2861158"/>
          </a:xfrm>
          <a:prstGeom prst="rect">
            <a:avLst/>
          </a:prstGeom>
          <a:noFill/>
        </p:spPr>
      </p:pic>
      <p:pic>
        <p:nvPicPr>
          <p:cNvPr id="16" name="Picture 2" descr="D:\▦▦DB\▦▦Hyun\◆◆ETC◆◆\017_솔루션데이\ppt\sd_상영관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00" y="784800"/>
            <a:ext cx="3982496" cy="2857520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/>
        </p:nvSpPr>
        <p:spPr>
          <a:xfrm>
            <a:off x="1500166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상영관 메인</a:t>
            </a:r>
            <a:endParaRPr lang="ko-KR" altLang="en-US" sz="1600" dirty="0"/>
          </a:p>
        </p:txBody>
      </p:sp>
      <p:sp>
        <p:nvSpPr>
          <p:cNvPr id="18" name="직사각형 17"/>
          <p:cNvSpPr/>
          <p:nvPr/>
        </p:nvSpPr>
        <p:spPr>
          <a:xfrm>
            <a:off x="5857884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아젠다</a:t>
            </a:r>
            <a:endParaRPr lang="ko-KR" altLang="en-US" sz="1600" dirty="0"/>
          </a:p>
        </p:txBody>
      </p:sp>
      <p:sp>
        <p:nvSpPr>
          <p:cNvPr id="19" name="직사각형 18"/>
          <p:cNvSpPr/>
          <p:nvPr/>
        </p:nvSpPr>
        <p:spPr>
          <a:xfrm>
            <a:off x="3643306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도움말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8" descr="D:\▦▦DB\▦▦Hyun\◆◆ETC◆◆\017_솔루션데이\ppt\sd_검색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0400" y="3715200"/>
            <a:ext cx="3987699" cy="2861158"/>
          </a:xfrm>
          <a:prstGeom prst="rect">
            <a:avLst/>
          </a:prstGeom>
          <a:noFill/>
        </p:spPr>
      </p:pic>
      <p:pic>
        <p:nvPicPr>
          <p:cNvPr id="15" name="Picture 9" descr="D:\▦▦DB\▦▦Hyun\◆◆ETC◆◆\017_솔루션데이\ppt\sd_관람이력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34000" y="785794"/>
            <a:ext cx="3987699" cy="2861158"/>
          </a:xfrm>
          <a:prstGeom prst="rect">
            <a:avLst/>
          </a:prstGeom>
          <a:noFill/>
        </p:spPr>
      </p:pic>
      <p:pic>
        <p:nvPicPr>
          <p:cNvPr id="16" name="Picture 10" descr="D:\▦▦DB\▦▦Hyun\◆◆ETC◆◆\017_솔루션데이\ppt\sd_내보관함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00" y="784800"/>
            <a:ext cx="3987699" cy="2861158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/>
        </p:nvSpPr>
        <p:spPr>
          <a:xfrm>
            <a:off x="1500166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내 보관함</a:t>
            </a:r>
            <a:endParaRPr lang="ko-KR" altLang="en-US" sz="1600" dirty="0"/>
          </a:p>
        </p:txBody>
      </p:sp>
      <p:sp>
        <p:nvSpPr>
          <p:cNvPr id="18" name="직사각형 17"/>
          <p:cNvSpPr/>
          <p:nvPr/>
        </p:nvSpPr>
        <p:spPr>
          <a:xfrm>
            <a:off x="5857884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관심이력</a:t>
            </a:r>
            <a:endParaRPr lang="ko-KR" altLang="en-US" sz="1600" dirty="0"/>
          </a:p>
        </p:txBody>
      </p:sp>
      <p:sp>
        <p:nvSpPr>
          <p:cNvPr id="19" name="직사각형 18"/>
          <p:cNvSpPr/>
          <p:nvPr/>
        </p:nvSpPr>
        <p:spPr>
          <a:xfrm>
            <a:off x="3643306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검</a:t>
            </a:r>
            <a:r>
              <a:rPr lang="ko-KR" altLang="en-US" sz="1600" smtClean="0"/>
              <a:t>색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:\▦▦DB\▦▦Hyun\◆◆ETC◆◆\017_솔루션데이\ppt\sd_콜센터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4000" y="3715200"/>
            <a:ext cx="3987699" cy="2861158"/>
          </a:xfrm>
          <a:prstGeom prst="rect">
            <a:avLst/>
          </a:prstGeom>
          <a:noFill/>
        </p:spPr>
      </p:pic>
      <p:pic>
        <p:nvPicPr>
          <p:cNvPr id="2053" name="Picture 5" descr="D:\▦▦DB\▦▦Hyun\◆◆ETC◆◆\017_솔루션데이\ppt\sd_행사가이드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715200"/>
            <a:ext cx="3987699" cy="2861158"/>
          </a:xfrm>
          <a:prstGeom prst="rect">
            <a:avLst/>
          </a:prstGeom>
          <a:noFill/>
        </p:spPr>
      </p:pic>
      <p:pic>
        <p:nvPicPr>
          <p:cNvPr id="2054" name="Picture 6" descr="D:\▦▦DB\▦▦Hyun\◆◆ETC◆◆\017_솔루션데이\ppt\sd_회원정보[내포인트]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34000" y="784800"/>
            <a:ext cx="3987699" cy="2861158"/>
          </a:xfrm>
          <a:prstGeom prst="rect">
            <a:avLst/>
          </a:prstGeom>
          <a:noFill/>
        </p:spPr>
      </p:pic>
      <p:pic>
        <p:nvPicPr>
          <p:cNvPr id="2055" name="Picture 7" descr="D:\▦▦DB\▦▦Hyun\◆◆ETC◆◆\017_솔루션데이\ppt\sd_Q&amp;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8400" y="784800"/>
            <a:ext cx="3987699" cy="2861158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1500166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/>
              <a:t>Q&amp;A</a:t>
            </a:r>
            <a:endParaRPr lang="ko-KR" altLang="en-US" sz="1600" dirty="0"/>
          </a:p>
        </p:txBody>
      </p:sp>
      <p:sp>
        <p:nvSpPr>
          <p:cNvPr id="7" name="직사각형 6"/>
          <p:cNvSpPr/>
          <p:nvPr/>
        </p:nvSpPr>
        <p:spPr>
          <a:xfrm>
            <a:off x="5857884" y="185736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내 포인트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1500166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행사 가이드</a:t>
            </a:r>
            <a:endParaRPr lang="ko-KR" altLang="en-US" sz="1600" dirty="0"/>
          </a:p>
        </p:txBody>
      </p:sp>
      <p:sp>
        <p:nvSpPr>
          <p:cNvPr id="9" name="직사각형 8"/>
          <p:cNvSpPr/>
          <p:nvPr/>
        </p:nvSpPr>
        <p:spPr>
          <a:xfrm>
            <a:off x="5715008" y="471488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/>
              <a:t>콜센터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:\▦▦DB\▦▦Hyun\◆◆ETC◆◆\017_솔루션데이\ppt\sd_이벤트메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00" y="784800"/>
            <a:ext cx="3341218" cy="1869033"/>
          </a:xfrm>
          <a:prstGeom prst="rect">
            <a:avLst/>
          </a:prstGeom>
          <a:noFill/>
        </p:spPr>
      </p:pic>
      <p:pic>
        <p:nvPicPr>
          <p:cNvPr id="3075" name="Picture 3" descr="D:\▦▦DB\▦▦Hyun\◆◆ETC◆◆\017_솔루션데이\ppt\sd_이벤트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1574" y="784800"/>
            <a:ext cx="3405225" cy="1875435"/>
          </a:xfrm>
          <a:prstGeom prst="rect">
            <a:avLst/>
          </a:prstGeom>
          <a:noFill/>
        </p:spPr>
      </p:pic>
      <p:pic>
        <p:nvPicPr>
          <p:cNvPr id="3076" name="Picture 4" descr="D:\▦▦DB\▦▦Hyun\◆◆ETC◆◆\017_솔루션데이\ppt\sd_이벤트2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00" y="2839449"/>
            <a:ext cx="3405225" cy="1875435"/>
          </a:xfrm>
          <a:prstGeom prst="rect">
            <a:avLst/>
          </a:prstGeom>
          <a:noFill/>
        </p:spPr>
      </p:pic>
      <p:pic>
        <p:nvPicPr>
          <p:cNvPr id="3077" name="Picture 5" descr="D:\▦▦DB\▦▦Hyun\◆◆ETC◆◆\017_솔루션데이\ppt\sd_이벤트3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1606" y="2792981"/>
            <a:ext cx="3405225" cy="1875435"/>
          </a:xfrm>
          <a:prstGeom prst="rect">
            <a:avLst/>
          </a:prstGeom>
          <a:noFill/>
        </p:spPr>
      </p:pic>
      <p:pic>
        <p:nvPicPr>
          <p:cNvPr id="3078" name="Picture 6" descr="D:\▦▦DB\▦▦Hyun\◆◆ETC◆◆\017_솔루션데이\ppt\sd_이벤트4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8400" y="4904228"/>
            <a:ext cx="3405225" cy="1875435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1142976" y="1428736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메인</a:t>
            </a:r>
            <a:endParaRPr lang="ko-KR" altLang="en-US" sz="1600" dirty="0"/>
          </a:p>
        </p:txBody>
      </p:sp>
      <p:sp>
        <p:nvSpPr>
          <p:cNvPr id="13" name="직사각형 12"/>
          <p:cNvSpPr/>
          <p:nvPr/>
        </p:nvSpPr>
        <p:spPr>
          <a:xfrm>
            <a:off x="5929322" y="150017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1</a:t>
            </a:r>
            <a:endParaRPr lang="ko-KR" altLang="en-US" sz="1600" dirty="0"/>
          </a:p>
        </p:txBody>
      </p:sp>
      <p:sp>
        <p:nvSpPr>
          <p:cNvPr id="14" name="직사각형 13"/>
          <p:cNvSpPr/>
          <p:nvPr/>
        </p:nvSpPr>
        <p:spPr>
          <a:xfrm>
            <a:off x="1142976" y="3571876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2</a:t>
            </a:r>
            <a:endParaRPr lang="ko-KR" altLang="en-US" sz="1600" dirty="0"/>
          </a:p>
        </p:txBody>
      </p:sp>
      <p:sp>
        <p:nvSpPr>
          <p:cNvPr id="15" name="직사각형 14"/>
          <p:cNvSpPr/>
          <p:nvPr/>
        </p:nvSpPr>
        <p:spPr>
          <a:xfrm>
            <a:off x="5929322" y="350043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3</a:t>
            </a:r>
            <a:endParaRPr lang="ko-KR" altLang="en-US" sz="1600" dirty="0"/>
          </a:p>
        </p:txBody>
      </p:sp>
      <p:sp>
        <p:nvSpPr>
          <p:cNvPr id="16" name="직사각형 15"/>
          <p:cNvSpPr/>
          <p:nvPr/>
        </p:nvSpPr>
        <p:spPr>
          <a:xfrm>
            <a:off x="1142976" y="564357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4</a:t>
            </a:r>
            <a:endParaRPr lang="ko-KR" altLang="en-US" sz="1600" dirty="0"/>
          </a:p>
        </p:txBody>
      </p:sp>
      <p:pic>
        <p:nvPicPr>
          <p:cNvPr id="2050" name="Picture 2" descr="D:\▦▦DB\▦▦Hyun\◆◆ETC◆◆\017_솔루션데이\ppt\sd_이벤트5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143504" y="4857760"/>
            <a:ext cx="3405515" cy="1875600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/>
        </p:nvSpPr>
        <p:spPr>
          <a:xfrm>
            <a:off x="6000760" y="564357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5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D:\▦▦DB\▦▦Hyun\◆◆ETC◆◆\017_솔루션데이\ppt\sd_이벤트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00" y="1646336"/>
            <a:ext cx="3405225" cy="1875435"/>
          </a:xfrm>
          <a:prstGeom prst="rect">
            <a:avLst/>
          </a:prstGeom>
          <a:noFill/>
        </p:spPr>
      </p:pic>
      <p:pic>
        <p:nvPicPr>
          <p:cNvPr id="3081" name="Picture 9" descr="D:\▦▦DB\▦▦Hyun\◆◆ETC◆◆\017_솔루션데이\ppt\sd_이벤트7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0800" y="1646336"/>
            <a:ext cx="3405225" cy="1875435"/>
          </a:xfrm>
          <a:prstGeom prst="rect">
            <a:avLst/>
          </a:prstGeom>
          <a:noFill/>
        </p:spPr>
      </p:pic>
      <p:pic>
        <p:nvPicPr>
          <p:cNvPr id="3082" name="Picture 10" descr="D:\▦▦DB\▦▦Hyun\◆◆ETC◆◆\017_솔루션데이\ppt\sd_이벤트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00" y="3929066"/>
            <a:ext cx="3405225" cy="1875435"/>
          </a:xfrm>
          <a:prstGeom prst="rect">
            <a:avLst/>
          </a:prstGeom>
          <a:noFill/>
        </p:spPr>
      </p:pic>
      <p:pic>
        <p:nvPicPr>
          <p:cNvPr id="3083" name="Picture 11" descr="D:\▦▦DB\▦▦Hyun\◆◆ETC◆◆\017_솔루션데이\ppt\sd_이벤트9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40800" y="3929066"/>
            <a:ext cx="3405225" cy="1875435"/>
          </a:xfrm>
          <a:prstGeom prst="rect">
            <a:avLst/>
          </a:prstGeom>
          <a:noFill/>
        </p:spPr>
      </p:pic>
      <p:sp>
        <p:nvSpPr>
          <p:cNvPr id="12" name="직사각형 11"/>
          <p:cNvSpPr/>
          <p:nvPr/>
        </p:nvSpPr>
        <p:spPr>
          <a:xfrm>
            <a:off x="1214414" y="228599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6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000760" y="228599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7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214414" y="457200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8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6000760" y="457200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이벤트 </a:t>
            </a:r>
            <a:r>
              <a:rPr lang="en-US" altLang="ko-KR" sz="1600" dirty="0" smtClean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:\▦▦DB\▦▦Hyun\◆◆ETC◆◆\017_솔루션데이\ppt\sd_이용약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86512" y="3214686"/>
            <a:ext cx="2194956" cy="2214554"/>
          </a:xfrm>
          <a:prstGeom prst="rect">
            <a:avLst/>
          </a:prstGeom>
          <a:noFill/>
        </p:spPr>
      </p:pic>
      <p:pic>
        <p:nvPicPr>
          <p:cNvPr id="4099" name="Picture 3" descr="D:\▦▦DB\▦▦Hyun\◆◆ETC◆◆\017_솔루션데이\ppt\sd_회사소개동영상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4678" y="571481"/>
            <a:ext cx="2474854" cy="2714643"/>
          </a:xfrm>
          <a:prstGeom prst="rect">
            <a:avLst/>
          </a:prstGeom>
          <a:noFill/>
        </p:spPr>
      </p:pic>
      <p:pic>
        <p:nvPicPr>
          <p:cNvPr id="4100" name="Picture 4" descr="D:\▦▦DB\▦▦Hyun\◆◆ETC◆◆\017_솔루션데이\ppt\sd_회원가입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6512" y="571480"/>
            <a:ext cx="2194956" cy="2446462"/>
          </a:xfrm>
          <a:prstGeom prst="rect">
            <a:avLst/>
          </a:prstGeom>
          <a:noFill/>
        </p:spPr>
      </p:pic>
      <p:pic>
        <p:nvPicPr>
          <p:cNvPr id="4101" name="Picture 5" descr="D:\▦▦DB\▦▦Hyun\◆◆ETC◆◆\017_솔루션데이\ppt\sd_디자인이기회다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7159" y="571481"/>
            <a:ext cx="2340426" cy="6072230"/>
          </a:xfrm>
          <a:prstGeom prst="rect">
            <a:avLst/>
          </a:prstGeom>
          <a:noFill/>
        </p:spPr>
      </p:pic>
      <p:sp>
        <p:nvSpPr>
          <p:cNvPr id="7" name="직사각형 6"/>
          <p:cNvSpPr/>
          <p:nvPr/>
        </p:nvSpPr>
        <p:spPr>
          <a:xfrm>
            <a:off x="571472" y="3286124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디자인</a:t>
            </a:r>
            <a:r>
              <a:rPr lang="ko-KR" altLang="en-US" sz="1600" dirty="0" smtClean="0"/>
              <a:t>이 </a:t>
            </a:r>
            <a:r>
              <a:rPr lang="ko-KR" altLang="en-US" sz="1600" dirty="0" smtClean="0"/>
              <a:t>기회다</a:t>
            </a:r>
            <a:endParaRPr lang="ko-KR" altLang="en-US" sz="1600" dirty="0"/>
          </a:p>
        </p:txBody>
      </p:sp>
      <p:sp>
        <p:nvSpPr>
          <p:cNvPr id="9" name="직사각형 8"/>
          <p:cNvSpPr/>
          <p:nvPr/>
        </p:nvSpPr>
        <p:spPr>
          <a:xfrm>
            <a:off x="3571868" y="2643182"/>
            <a:ext cx="1857388" cy="5000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회사소개 동영상</a:t>
            </a:r>
            <a:endParaRPr lang="ko-KR" altLang="en-US" sz="1600" dirty="0"/>
          </a:p>
        </p:txBody>
      </p:sp>
      <p:sp>
        <p:nvSpPr>
          <p:cNvPr id="10" name="직사각형 9"/>
          <p:cNvSpPr/>
          <p:nvPr/>
        </p:nvSpPr>
        <p:spPr>
          <a:xfrm>
            <a:off x="6429388" y="407194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개인정보</a:t>
            </a:r>
            <a:endParaRPr lang="ko-KR" altLang="en-US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6429388" y="1714488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회원가입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▦▦DB\▦▦Hyun\◆◆ETC◆◆\017_솔루션데이\ppt\sd_로그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400" y="1857600"/>
            <a:ext cx="3988741" cy="2862000"/>
          </a:xfrm>
          <a:prstGeom prst="rect">
            <a:avLst/>
          </a:prstGeom>
          <a:noFill/>
        </p:spPr>
      </p:pic>
      <p:pic>
        <p:nvPicPr>
          <p:cNvPr id="1027" name="Picture 3" descr="D:\▦▦DB\▦▦Hyun\◆◆ETC◆◆\017_솔루션데이\ppt\sd_회원가입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00" y="1857600"/>
            <a:ext cx="3988741" cy="2862000"/>
          </a:xfrm>
          <a:prstGeom prst="rect">
            <a:avLst/>
          </a:prstGeom>
          <a:noFill/>
        </p:spPr>
      </p:pic>
      <p:sp>
        <p:nvSpPr>
          <p:cNvPr id="6" name="직사각형 5"/>
          <p:cNvSpPr/>
          <p:nvPr/>
        </p:nvSpPr>
        <p:spPr>
          <a:xfrm>
            <a:off x="1500166" y="300037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/>
              <a:t>로그</a:t>
            </a:r>
            <a:r>
              <a:rPr lang="ko-KR" altLang="en-US" sz="1600" smtClean="0"/>
              <a:t>인</a:t>
            </a:r>
            <a:endParaRPr lang="ko-KR" altLang="en-US" sz="1600" dirty="0"/>
          </a:p>
        </p:txBody>
      </p:sp>
      <p:sp>
        <p:nvSpPr>
          <p:cNvPr id="7" name="직사각형 6"/>
          <p:cNvSpPr/>
          <p:nvPr/>
        </p:nvSpPr>
        <p:spPr>
          <a:xfrm>
            <a:off x="5643570" y="3000372"/>
            <a:ext cx="1857388" cy="500066"/>
          </a:xfrm>
          <a:prstGeom prst="rect">
            <a:avLst/>
          </a:prstGeom>
          <a:solidFill>
            <a:schemeClr val="tx1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회원가입</a:t>
            </a:r>
            <a:endParaRPr lang="ko-KR" alt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68</Words>
  <Application>Microsoft Office PowerPoint</Application>
  <PresentationFormat>화면 슬라이드 쇼(4:3)</PresentationFormat>
  <Paragraphs>36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XXXX</dc:creator>
  <cp:lastModifiedBy>XXXX</cp:lastModifiedBy>
  <cp:revision>107</cp:revision>
  <dcterms:created xsi:type="dcterms:W3CDTF">2010-06-30T06:38:47Z</dcterms:created>
  <dcterms:modified xsi:type="dcterms:W3CDTF">2010-07-01T06:12:41Z</dcterms:modified>
</cp:coreProperties>
</file>